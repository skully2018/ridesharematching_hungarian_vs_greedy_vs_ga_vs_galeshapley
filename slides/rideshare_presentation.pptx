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7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3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8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32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0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2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0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72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0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91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6254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26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90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83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18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95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61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Ride-Share Matching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Comparing Optimal, Stable, and Heuristic Methods</a:t>
            </a:r>
          </a:p>
          <a:p>
            <a:r>
              <a:t>Michael Lamberth &amp; Timothy Chow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 drivers to riders using weighted bipartite matching.</a:t>
            </a:r>
          </a:p>
          <a:p>
            <a:r>
              <a:t>Goal: maximize score while considering distance.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Hungarian (optimal)</a:t>
            </a:r>
          </a:p>
          <a:p>
            <a:r>
              <a:t>Greedy (fast)</a:t>
            </a:r>
          </a:p>
          <a:p>
            <a:r>
              <a:t>Gale–Shapley (stable)</a:t>
            </a:r>
          </a:p>
          <a:p>
            <a:r>
              <a:t>Genetic Algorithm (heuristic)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Runtime scaling?</a:t>
            </a:r>
          </a:p>
          <a:p>
            <a:r>
              <a:t>How close to optimal?</a:t>
            </a:r>
          </a:p>
          <a:p>
            <a:r>
              <a:t>Stability vs score?</a:t>
            </a:r>
          </a:p>
          <a:p>
            <a:r>
              <a:t>Does GA outperform greedy?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implementation</a:t>
            </a:r>
          </a:p>
          <a:p>
            <a:r>
              <a:t>Random 2D instances</a:t>
            </a:r>
          </a:p>
          <a:p>
            <a:r>
              <a:t>Sizes: 50, 100, 150</a:t>
            </a:r>
          </a:p>
          <a:p>
            <a:r>
              <a:t>Multiple trials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Score = max(0, 1000 - distance)</a:t>
            </a:r>
          </a:p>
          <a:p>
            <a:r>
              <a:t>Encourages short pickup distance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9816D-B386-EF44-2350-7FCE30616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3226946"/>
            <a:ext cx="5289755" cy="31738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Runtime</a:t>
            </a:r>
          </a:p>
          <a:p>
            <a:r>
              <a:t>Total score</a:t>
            </a:r>
          </a:p>
          <a:p>
            <a:r>
              <a:t>Matches</a:t>
            </a:r>
          </a:p>
          <a:p>
            <a:r>
              <a:t>Avg distance</a:t>
            </a:r>
          </a:p>
          <a:p>
            <a:r>
              <a:t>Quality vs Hungarian</a:t>
            </a:r>
          </a:p>
          <a:p>
            <a:r>
              <a:t>Stability violations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Hungarian: best score, slow</a:t>
            </a:r>
          </a:p>
          <a:p>
            <a:r>
              <a:t>Greedy: fastest</a:t>
            </a:r>
          </a:p>
          <a:p>
            <a:r>
              <a:t>Gale–Shapley: stable</a:t>
            </a:r>
          </a:p>
          <a:p>
            <a:r>
              <a:t>Genetic: mixed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3B95-F1B6-E6DA-0858-EA812DC8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20" y="764373"/>
            <a:ext cx="5124450" cy="129302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Matches vs quality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3A61AAE-EBFE-FFED-5960-1680C1C77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" y="2194560"/>
            <a:ext cx="3733554" cy="40241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Hungarian: </a:t>
            </a:r>
          </a:p>
          <a:p>
            <a:r>
              <a:rPr lang="en-US" dirty="0"/>
              <a:t>High number of matches + highest total score (optimal)</a:t>
            </a:r>
          </a:p>
          <a:p>
            <a:endParaRPr lang="en-US" dirty="0"/>
          </a:p>
          <a:p>
            <a:r>
              <a:rPr lang="en-US" dirty="0"/>
              <a:t>Greedy: High match count, slightly lower quality</a:t>
            </a:r>
          </a:p>
          <a:p>
            <a:r>
              <a:rPr lang="en-US" dirty="0"/>
              <a:t>Performance gap grows with size</a:t>
            </a:r>
          </a:p>
          <a:p>
            <a:endParaRPr lang="en-US" dirty="0"/>
          </a:p>
          <a:p>
            <a:r>
              <a:rPr lang="en-US" dirty="0"/>
              <a:t>Gale–Shapley: Fewer or constrained matches</a:t>
            </a:r>
          </a:p>
          <a:p>
            <a:r>
              <a:rPr lang="en-US" dirty="0"/>
              <a:t> Prioritizes stability over total score</a:t>
            </a:r>
          </a:p>
          <a:p>
            <a:endParaRPr lang="en-US" dirty="0"/>
          </a:p>
          <a:p>
            <a:r>
              <a:rPr lang="en-US" dirty="0"/>
              <a:t>Genetic Algorithm: Match count like greedy</a:t>
            </a:r>
          </a:p>
          <a:p>
            <a:r>
              <a:rPr lang="en-US" dirty="0"/>
              <a:t> Quality varies depending on evolution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A193A55-7D0A-299E-C07E-8562163C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210" y="998084"/>
            <a:ext cx="4593315" cy="23929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1F103A-70C3-8979-DB37-308A6A24E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210" y="3711458"/>
            <a:ext cx="4593315" cy="250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8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Optimality vs speed</a:t>
            </a:r>
          </a:p>
          <a:p>
            <a:r>
              <a:t>Stability vs score</a:t>
            </a:r>
          </a:p>
          <a:p>
            <a:r>
              <a:t>Heuristic flexibility vs consistency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data</a:t>
            </a:r>
          </a:p>
          <a:p>
            <a:r>
              <a:t>Limited tuning</a:t>
            </a:r>
          </a:p>
          <a:p>
            <a:r>
              <a:t>No fixed seeds</a:t>
            </a:r>
          </a:p>
          <a:p>
            <a:r>
              <a:t>Moderate sizes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Tune GA</a:t>
            </a:r>
          </a:p>
          <a:p>
            <a:r>
              <a:t>Use real data</a:t>
            </a:r>
          </a:p>
          <a:p>
            <a:r>
              <a:t>Hybrid algorithms</a:t>
            </a:r>
          </a:p>
          <a:p>
            <a:r>
              <a:t>Larger experiments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algorithms excel in different goals.</a:t>
            </a:r>
          </a:p>
          <a:p>
            <a:r>
              <a:t>No single best solution for all scenarios.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143</TotalTime>
  <Words>246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Vapor Trail</vt:lpstr>
      <vt:lpstr>Ride-Share Matching Algorithms</vt:lpstr>
      <vt:lpstr>Problem Overview</vt:lpstr>
      <vt:lpstr>Algorithms Used</vt:lpstr>
      <vt:lpstr>Research Questions</vt:lpstr>
      <vt:lpstr>Experiment Setup</vt:lpstr>
      <vt:lpstr>Scoring Model</vt:lpstr>
      <vt:lpstr>Metrics</vt:lpstr>
      <vt:lpstr>Results Summary</vt:lpstr>
      <vt:lpstr>Matches vs quality</vt:lpstr>
      <vt:lpstr>Key Tradeoffs</vt:lpstr>
      <vt:lpstr>Limitations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Lamberth, Michael (mslamberth42)</cp:lastModifiedBy>
  <cp:revision>4</cp:revision>
  <dcterms:created xsi:type="dcterms:W3CDTF">2013-01-27T09:14:16Z</dcterms:created>
  <dcterms:modified xsi:type="dcterms:W3CDTF">2026-04-29T19:41:57Z</dcterms:modified>
  <cp:category/>
</cp:coreProperties>
</file>